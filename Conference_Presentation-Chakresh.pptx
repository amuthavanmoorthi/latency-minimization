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90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STAR-RIS for 6G Vehicular Networks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SAC-Based Joint Beamforming and Phase Shift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0" y="3520440"/>
            <a:ext cx="4846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Chakresh Puchi</a:t>
            </a:r>
            <a:endParaRPr lang="en-US" sz="19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Anal Paul</a:t>
            </a:r>
            <a:endParaRPr lang="en-US" sz="19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9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Ze University, Taiwan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vehicular networks need very high speed and very low delay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and connected cars need gigabit-class links even at high speed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Reconfigurable Intelligent Surface (RIS) is a smart panel that improves signal without extra power-hungry hardware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 of a normal RIS: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send the signal to only one side of the road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on the other side get almost no signal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big problem on divided highways and roads with cars on both sides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 surface that covers both sides, and reacts fast to moving cars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STAR-RIS Concept and Research Gaps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STAR-RIS = Simultaneously Transmitting And Reflecting RIS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reflects part of the signal AND lets part pass through, at the same time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full coverage to both sides of the road from one panel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gaps this paper addresses: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1: Past work uses one-side RIS only; we use STAR-RIS with SAC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2: Past work ignores car position and speed; we include both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3: Past work ignores real hardware behaviour; we model it (PDA)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station (BS) with M antennas sends the signal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STAR-RIS panel with L elements sits between BS and cars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split into two groups: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side — v1, v2 (near side)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side — v3, v4 (far side)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agent decides beamforming (at BS) and phase shifts (at RIS)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 controller applies these settings continuously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60720" y="3429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9" name="Picture 8" descr="A diagram of a road with cars&#10;&#10;AI-generated content may be incorrect.">
            <a:extLst>
              <a:ext uri="{FF2B5EF4-FFF2-40B4-BE49-F238E27FC236}">
                <a16:creationId xmlns:a16="http://schemas.microsoft.com/office/drawing/2014/main" id="{825D13B6-A996-03F2-D4F3-AC15171D2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85" y="1588096"/>
            <a:ext cx="5960530" cy="3973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Model: BS to STAR-RIS Link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00"/>
              </a:spcAft>
              <a:buSzPct val="100000"/>
            </a:pP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1051560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H_G  =  ( ρ · d_BR^(−β) )^(1/2)  ·  H̃_G ,     H̃_G ~ CN(0, I)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8813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describes: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wireless link between the base station (BS) and the STAR-RIS panel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H_G = the channel itself (what we are solving for)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(rho) = reference path loss at 1 metre distance (a fixed constant)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d_BR = distance between the BS and the RIS, in metres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(beta) = path-loss exponent — controls how fast signal weakens with distance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H̃_G = random fading part; CN(0,I) means drawn from a standard random (Gaussian) distribution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term (ρ·d_BR^−β) shrinks as d_BR grows — farther means weaker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converts this power-loss value into an amplitude value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H̃_G adds small random environmental fading on top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useful: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channel is a basic building block used inside the SINR formula (Slide 7)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STAR-RIS Hardware Constraint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00"/>
              </a:spcAft>
              <a:buSzPct val="100000"/>
            </a:pP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10515600" cy="512064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 φ_r,n |²   +   | φ_t,n |²   ≤   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108813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describes: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power-splitting rule that every element on the STAR-RIS panel must obey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φ_r,n (phi r n) = reflection coefficient of element n — controls the reflected signal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φ_t,n (phi t n) = transmission coefficient of element n — controls the transmitted signal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· |² = magnitude squared — converts each coefficient into a real power value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index of one element; this same rule applies to all L elements separately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 = at most 100% of incoming power; can be less (some lost as heat) but never more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receives a fixed amount of incoming signal power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split that power between reflecting and transmitting — total cannot exceed 100%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useful: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model physically realistic — prevents the SAC agent from learning an impossible, unphysical solution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Formulation: Signal Quality (SINR)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700"/>
              </a:spcAft>
              <a:buSzPct val="100000"/>
            </a:pP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1536192"/>
            <a:ext cx="105156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γ_k^(s)  =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48840" y="1609344"/>
            <a:ext cx="90525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 h_k^T Φ_s H_G w_k |²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73045" y="1924812"/>
            <a:ext cx="760415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924812"/>
            <a:ext cx="90525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Σ_(j≠k) | h_k^T Φ_s H_G w_j |²  +  σ_w²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0881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describes: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clean and strong the signal is for one specific vehicle k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γ_k^(s) (gamma) = SINR for vehicle k on side s (r = reflection, t = transmission)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h_k = channel from the RIS to vehicle k;  H_G = channel from BS to RIS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Φ_s (capital phi) = the RIS phase-shift matrix for side s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w_k = beamforming vector aimed at vehicle k;  w_j = beamforming for other vehicles j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σ_w² (sigma) = background receiver noise power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= signal power that actually reaches vehicle k, the one we want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= interference leaking in from other vehicles' signals, plus noise</a:t>
            </a:r>
            <a:endParaRPr lang="en-US" sz="145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useful:</a:t>
            </a:r>
            <a:endParaRPr lang="en-US" sz="145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SINR directly gives a higher data rate for that vehicle (Shannon's law)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Method: SAC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= Soft Actor-Critic, a deep reinforcement learning method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has two parts: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— decides the action (beamforming + phases)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— judges how good that action was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SAC works well here: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exploring many options during training, not just one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getting stuck on a weak, one-sided solution</a:t>
            </a:r>
            <a:endParaRPr lang="en-US" sz="1900" dirty="0"/>
          </a:p>
          <a:p>
            <a:pPr marL="508000" lvl="1" indent="-254000" algn="l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reacts in a single fast step — sub-millisecond decisions</a:t>
            </a:r>
            <a:endParaRPr lang="en-US" sz="1900" dirty="0"/>
          </a:p>
          <a:p>
            <a:pPr marL="254000" indent="-254000" algn="l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SAC beats TD3 in our results (96.66 vs 91.42 bps/Hz)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Setup and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6747" y="146304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BS antennas, 32 STAR-RIS elements, 4 vehicles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 GHz, 1000 m ring road, 3000 training episodes</a:t>
            </a:r>
            <a:endParaRPr lang="en-US" sz="190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+ STAR-RIS: 96.66 bps/Hz (proposed)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+79% over passive RIS, +5.7% over TD3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index: 0.99 (near-perfect)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speeds from 20 to 160 m/s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60720" y="3520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9" name="Picture 8" descr="A graph showing the results of a episode&#10;&#10;AI-generated content may be incorrect.">
            <a:extLst>
              <a:ext uri="{FF2B5EF4-FFF2-40B4-BE49-F238E27FC236}">
                <a16:creationId xmlns:a16="http://schemas.microsoft.com/office/drawing/2014/main" id="{35F440AB-1AAC-C09B-56ED-ECE8411BF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22" y="1611517"/>
            <a:ext cx="5957169" cy="4297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881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jointly optimizes beamforming and dual-side phase shifts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STAR-RIS gives full coverage; fairness reward balances both sides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decisions suit real vehicular speeds</a:t>
            </a:r>
            <a:endParaRPr lang="en-US" sz="1900" dirty="0"/>
          </a:p>
          <a:p>
            <a:pPr marL="254000" indent="-254000" algn="l">
              <a:spcAft>
                <a:spcPts val="700"/>
              </a:spcAft>
              <a:buSzPct val="100000"/>
              <a:buChar char="•"/>
            </a:pPr>
            <a:r>
              <a:rPr lang="en-US" sz="1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Multi-cell deployments, Doppler-aware channel modeling</a:t>
            </a:r>
            <a:endParaRPr lang="en-US" sz="1900" dirty="0"/>
          </a:p>
          <a:p>
            <a:pPr marL="508000" lvl="1" indent="-254000" algn="l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sensing and communication, lightweight models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4617720"/>
            <a:ext cx="107899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4800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Chakresh Puchi   |   Advisor:  Anal Paul   |   Yuan Ze University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1165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STAR-RIS for 6G Vehicular Networks</dc:title>
  <dc:subject>PptxGenJS Presentation</dc:subject>
  <dc:creator>Chakresh Puchi</dc:creator>
  <cp:lastModifiedBy>基蘭</cp:lastModifiedBy>
  <cp:revision>2</cp:revision>
  <dcterms:created xsi:type="dcterms:W3CDTF">2026-07-28T02:44:37Z</dcterms:created>
  <dcterms:modified xsi:type="dcterms:W3CDTF">2026-07-28T05:22:17Z</dcterms:modified>
</cp:coreProperties>
</file>