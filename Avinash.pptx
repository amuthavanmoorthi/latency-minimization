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5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icon_char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9729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EV Chargers: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Problems Before They Happen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+ Wireless Communication idea for EV charging networks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Avinash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052560" y="548640"/>
            <a:ext cx="2011680" cy="2011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5363" y="1031443"/>
            <a:ext cx="1046074" cy="10460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10512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73736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chargers break down without warning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1488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arrive to a dead charger — no heads-up, no backup plan.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136392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06324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them after they fail is expensive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47472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technician has to travel out, diagnose, then repair — all after the damage is done.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462272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3891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hurts trust in EVs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14400" y="48006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chargers feel unreliable, people hesitate to switch to electric vehicles.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(In Simple Words)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6654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87452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charger a way to “talk” about its own health — all the time, automatically.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329184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2FAF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474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sensors inside the charger track temperature, voltage, and wear.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069080" y="329184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2FAF9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0" y="3474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Send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297680" y="397764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data is sent wirelessly to the cloud — no cables, no manual checks.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589520" y="329184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2FAF9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3474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Predict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818120" y="397764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model looks for early warning signs and flags problems before failure.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/>
          <p:nvPr/>
        </p:nvSpPr>
        <p:spPr>
          <a:xfrm>
            <a:off x="548640" y="365760"/>
            <a:ext cx="8869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E33"/>
                </a:solidFill>
                <a:latin typeface="Cambria"/>
                <a:ea typeface="Cambria"/>
                <a:cs typeface="Cambria"/>
                <a:sym typeface="Cambria"/>
              </a:rPr>
              <a:t>Why This Is Really a Wireless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E33"/>
                </a:solidFill>
                <a:latin typeface="Cambria"/>
                <a:ea typeface="Cambria"/>
                <a:cs typeface="Cambria"/>
                <a:sym typeface="Cambria"/>
              </a:rPr>
              <a:t>Communication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1463040"/>
            <a:ext cx="10607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B6B70"/>
                </a:solidFill>
                <a:latin typeface="Calibri"/>
                <a:ea typeface="Calibri"/>
                <a:cs typeface="Calibri"/>
                <a:sym typeface="Calibri"/>
              </a:rPr>
              <a:t>The AI can only predict a failure if the data actually arrives — on time, and in one piece. That's a wireless communication challenge, not just a software one.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40" y="2606040"/>
            <a:ext cx="10607100" cy="1005900"/>
          </a:xfrm>
          <a:prstGeom prst="roundRect">
            <a:avLst>
              <a:gd fmla="val 9091" name="adj"/>
            </a:avLst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22960" y="2715768"/>
            <a:ext cx="996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Getting data out of remote places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22960" y="3081528"/>
            <a:ext cx="996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70"/>
                </a:solidFill>
                <a:latin typeface="Calibri"/>
                <a:ea typeface="Calibri"/>
                <a:cs typeface="Calibri"/>
                <a:sym typeface="Calibri"/>
              </a:rPr>
              <a:t>Many chargers sit in basements, highways, or rural areas with weak cellular signal.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48640" y="3840480"/>
            <a:ext cx="10607100" cy="1005900"/>
          </a:xfrm>
          <a:prstGeom prst="roundRect">
            <a:avLst>
              <a:gd fmla="val 9091" name="adj"/>
            </a:avLst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22960" y="3950208"/>
            <a:ext cx="996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Choosing the right wireless link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22960" y="4315968"/>
            <a:ext cx="996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70"/>
                </a:solidFill>
                <a:latin typeface="Calibri"/>
                <a:ea typeface="Calibri"/>
                <a:cs typeface="Calibri"/>
                <a:sym typeface="Calibri"/>
              </a:rPr>
              <a:t>Cellular, Wi-Fi, or long-range low-power networks (like LoRa) each trade off range, cost, and speed differently.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48640" y="5074920"/>
            <a:ext cx="10607100" cy="1005900"/>
          </a:xfrm>
          <a:prstGeom prst="roundRect">
            <a:avLst>
              <a:gd fmla="val 9091" name="adj"/>
            </a:avLst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822960" y="5184648"/>
            <a:ext cx="996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Keeping the link reliable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22960" y="5550408"/>
            <a:ext cx="996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70"/>
                </a:solidFill>
                <a:latin typeface="Calibri"/>
                <a:ea typeface="Calibri"/>
                <a:cs typeface="Calibri"/>
                <a:sym typeface="Calibri"/>
              </a:rPr>
              <a:t>Dropped or delayed packets mean the AI sees late or missing data — and misses the warning sign.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Step by Step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45336" y="22860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icon_char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738" y="252740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59536" y="37947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watch temperature, voltage, connector wear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64408" y="2651760"/>
            <a:ext cx="265176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8" name="Shape 5"/>
          <p:cNvSpPr/>
          <p:nvPr/>
        </p:nvSpPr>
        <p:spPr>
          <a:xfrm>
            <a:off x="4242816" y="228600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icon_di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218" y="2527402"/>
            <a:ext cx="523037" cy="5230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57016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link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57016" y="37947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over cellular / Wi-Fi / LoRa network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961888" y="2651760"/>
            <a:ext cx="265176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3" name="Shape 9"/>
          <p:cNvSpPr/>
          <p:nvPr/>
        </p:nvSpPr>
        <p:spPr>
          <a:xfrm>
            <a:off x="6940296" y="22860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icon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698" y="2527402"/>
            <a:ext cx="523037" cy="5230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54496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254496" y="37947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compares data to normal patterns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659368" y="2651760"/>
            <a:ext cx="265176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8" name="Shape 13"/>
          <p:cNvSpPr/>
          <p:nvPr/>
        </p:nvSpPr>
        <p:spPr>
          <a:xfrm>
            <a:off x="9637776" y="228600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3" descr="icon_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9178" y="2527402"/>
            <a:ext cx="523037" cy="5230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51976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951976" y="37947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is warned before the charger fails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75199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breakdowns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55448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get fixed before drivers ever see a dead charger.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126480" y="15544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751990"/>
            <a:ext cx="427939" cy="4279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repair costs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13232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maintenance is cheaper than emergency repairs.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7947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3992270"/>
            <a:ext cx="427939" cy="42793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749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trust in EVs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554480" y="42062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chargers make people more comfortable going electric.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126480" y="37947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990" y="3992270"/>
            <a:ext cx="427939" cy="42793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0" y="3749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 of technicians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7132320" y="42062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sent only where they're actually needed.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35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icon_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903427"/>
            <a:ext cx="570586" cy="570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Next Steps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28163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2743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which wireless network (cellular vs. LoRa vs. Wi-Fi) works best for different charger locations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6393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35661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AI model using real charger fault data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44622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43891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a handful of chargers before scaling to a full network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